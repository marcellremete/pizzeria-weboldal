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8" r:id="rId3"/>
  </p:sldMasterIdLst>
  <p:sldIdLst>
    <p:sldId id="256" r:id="rId4"/>
    <p:sldId id="269" r:id="rId5"/>
    <p:sldId id="268" r:id="rId6"/>
    <p:sldId id="274" r:id="rId7"/>
    <p:sldId id="278" r:id="rId8"/>
    <p:sldId id="275" r:id="rId9"/>
    <p:sldId id="279" r:id="rId10"/>
    <p:sldId id="276" r:id="rId11"/>
    <p:sldId id="280" r:id="rId12"/>
    <p:sldId id="277" r:id="rId13"/>
    <p:sldId id="281" r:id="rId14"/>
    <p:sldId id="282" r:id="rId15"/>
    <p:sldId id="283" r:id="rId16"/>
    <p:sldId id="271" r:id="rId17"/>
    <p:sldId id="272" r:id="rId18"/>
    <p:sldId id="273" r:id="rId19"/>
    <p:sldId id="284" r:id="rId20"/>
    <p:sldId id="285" r:id="rId21"/>
    <p:sldId id="270" r:id="rId22"/>
    <p:sldId id="265" r:id="rId2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45AC0D2-66C8-5B63-21D0-A93689950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782BFFB-65D6-0929-1587-8FB61B759B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C3E04B4-2832-8C01-59D5-A8F41E1EA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D24DD98-61DD-133E-D17A-1CBC68CD1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DCF85EC-F54D-F1A0-9FFE-A0EE7AC8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8622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5A809C-7559-EFCB-60FA-5279EF771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7AFCB62-D906-149A-74F1-743EC30AA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9FBDCF1-1342-78AF-E2A2-DB5FE1368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4443D15-241C-68CF-0200-3433F6FA9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E8652F1-1F93-84F0-5830-9A0CE8ACA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01633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7061A4-F64B-91E2-2013-000B7E72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692327B-6BA1-543B-0C1C-B1ABE1AB3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D4A8E32-CE2C-4E67-7B9D-A1A0D4DD4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ABB7B55-C0F9-04F1-6B54-486069232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7ADA4BD-43DE-D45A-5797-7ACCFB130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6402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A3F6D5-D361-44AB-CAD5-EB7AF0E84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AF1C316-22BA-F055-1DAE-FA8FB861D0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BFEB788-14A9-1358-6EB3-54135BDB9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203C87E-F848-E04B-4523-6B864CC92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0ADC875-A23F-7B2F-552F-2AC2B8E40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F2C6BE1-9798-53A2-76EA-E4DB88714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2018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47614D-E343-36FF-0C0D-83D53E565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1300C62-8EC7-9EE6-2FFB-684D46AA0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E6F8A4F-4510-DCD8-F03B-DEA3C1A69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B358D5B3-C6B7-BFBB-8FAC-39EED373F0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BCC933B-C9C1-6965-6C42-DB5715B830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E6DABD94-E5DE-5AC3-8433-315900C1A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E8690B3-ED5E-D169-5CE0-1658E1BF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390F927B-DF74-CFB2-22F1-FC31F58E8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0069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E2F9347-1D38-89E8-DC91-1CD8227F0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172D626B-E862-1DEF-A2DF-739E688E0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4B87D7E4-6590-3776-5328-2A45211E0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200AB99-DF0A-B34B-0DC3-E172559F8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37798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A585DD81-36B5-CE06-A53E-5205EFDE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018A077E-001E-F62E-EEAF-EEB3C0537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BB1A60E-4195-638C-EE75-F00FC75CE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46042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40C742-1626-95AA-9FA9-751B800FC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C22CD78-38C5-D1A7-DF0C-6835FDE7F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4A0630E-23CE-2C3C-ED98-4F114D6B6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15B763C-76EB-9918-7544-532B120D3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C24EE0B-7391-A95E-D1A3-15A0A66C4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71F2D9D-AFEA-35A8-DB52-A4D46972D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4110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5E90131-90C3-6545-412B-61AB7AF8C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E001EB6E-E1A0-C2C6-E1DB-866F40074F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8B90E8F-BEBA-3EDB-1F06-3183E60E9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A98616A-6677-8883-D8D7-EFE0D1CC2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F8AA22B-B80C-6D95-ED93-D7BBA9385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97CB14D-A05F-84CE-7FB8-660284C3B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32373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4ABC5D-3A23-C62C-4F07-A1F0DCD85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2DD0736-9809-E436-8A10-32ABB139E6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A99423B-0AAA-9A74-AD89-21B050577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17CEFE2-AF1A-BF4D-8A90-CB47E5741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0505B3F-36EE-5165-602E-1B02C00DD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7311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10D17C5F-CC97-D95F-6B84-996624F585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4DF457C-D804-C910-FE1E-F40A23B77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BD15F73-58F4-3B2F-34D6-C8CF3FB5E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BF9B8A9-8BED-12B2-EEB0-60A997635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04A5AB9-9753-6A1E-66C1-5C0B2B6BD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7011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88573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2256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08530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507734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86848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022181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63763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98747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501473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31679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04556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27487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040527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257493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31461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46404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80236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858573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5537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589546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149512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01763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926485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752158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5854724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933309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349319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0623607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431497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8937392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762500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13529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43480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6720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AE8F2EDD-89C7-11E0-165E-2712FF2E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E9C3316-18E9-0B76-9405-D6F5B7A59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8263C24-EEF2-3822-4F50-C9F32604F8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A98734E-B32C-B60D-4187-F2B53F370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72578DD-541B-38EA-61C7-3643840C71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82370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55228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A1593-58A1-48C6-9761-A5FB4CC6B105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48CFB-E4AB-4F14-8501-6FEB376BCF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069775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54CC6A-A15A-1705-DA35-F334EAC8A8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1987-es pizzéria </a:t>
            </a:r>
            <a:b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vizsgaremek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5376DB3-552F-E3EB-77EC-0A807F6514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10197"/>
            <a:ext cx="9144000" cy="1655762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Remete Marcell Róbert és Drahovszky Márk által</a:t>
            </a:r>
          </a:p>
          <a:p>
            <a:endParaRPr lang="hu-HU" dirty="0">
              <a:solidFill>
                <a:schemeClr val="bg1"/>
              </a:solidFill>
            </a:endParaRPr>
          </a:p>
        </p:txBody>
      </p:sp>
      <p:pic>
        <p:nvPicPr>
          <p:cNvPr id="5" name="Kép 4" descr="A képen ceruza, íróeszköz, irodaszerek, Kiemelőeszközök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A83809A-5F95-10DE-6712-6C140FC78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05" y="-2699362"/>
            <a:ext cx="3860317" cy="33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193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893 0.22453 L -0.13893 0.22476 C -0.13308 0.21643 -0.12787 0.20694 -0.12162 0.2 C -0.11446 0.19189 -0.11433 0.2037 -0.11042 0.21064 C -0.10703 0.21666 -0.10091 0.22615 -0.09584 0.23055 C -0.09492 0.23125 -0.09401 0.23171 -0.09323 0.23217 C -0.09232 0.22847 -0.09245 0.22361 -0.09063 0.22152 C -0.0849 0.21458 -0.08308 0.2199 -0.07943 0.22453 C -0.07852 0.22546 -0.07774 0.22662 -0.07683 0.22754 C -0.0763 0.22963 -0.0763 0.23287 -0.07513 0.23379 C -0.07175 0.23634 -0.06966 0.22916 -0.06732 0.22754 C -0.06224 0.22384 -0.05703 0.22152 -0.05183 0.21828 L -0.04232 0.22916 L 0.06458 0.20926 L 0.15508 0.20601 L 0.17578 0.19699 L 0.20169 0.21064 C 0.2039 0.21435 0.20664 0.21713 0.20859 0.22152 C 0.20924 0.22314 0.20846 0.22893 0.20937 0.22754 C 0.26979 0.14305 0.20742 0.21273 0.26028 0.15717 C 0.26224 0.18611 0.26276 0.17453 0.26107 0.19236 L 0.26107 0.19259 L 0.29219 0.18935 L 0.29219 0.18958 C 0.30208 0.1956 0.29922 0.1912 0.30247 0.19699 L 0.30247 0.19722 L 0.32669 0.19838 L 0.33789 0.19699 L 0.34479 0.20601 L 0.36367 0.21527 L 0.38177 0.22916 C 0.39245 0.23287 0.3875 0.23217 0.39648 0.23217 L 0.39987 0.23055 C 0.40221 0.23379 0.4039 0.23912 0.40677 0.23981 C 0.40924 0.24027 0.41445 0.23379 0.41719 0.23055 L 0.43958 0.18611 L 0.44817 0.17083 L 0.46367 0.16018 L 0.48607 0.2 C 0.48919 0.2162 0.48867 0.20902 0.48867 0.22152 L 0.49388 0.22453 C 0.49674 0.22546 0.49961 0.22824 0.50247 0.22754 C 0.50429 0.22708 0.50677 0.22152 0.50677 0.22176 L 0.51289 0.1831 C 0.51732 0.17199 0.51471 0.17245 0.51797 0.17245 L 0.53359 0.2 C 0.53815 0.21458 0.53489 0.21365 0.53958 0.21365 L 0.55508 0.19537 C 0.55859 0.19629 0.56198 0.19745 0.56549 0.19838 C 0.56797 0.19907 0.57057 0.19953 0.57317 0.2 L 0.58099 0.20162 L 0.60859 0.20301 C 0.61823 0.19537 0.61393 0.19976 0.62148 0.19074 L 0.62317 0.18935 C 0.64153 0.19444 0.63411 0.19375 0.64557 0.19375 L 0.65599 0.18148 L 0.66979 0.18472 L 0.67409 0.18935 C 0.6832 0.20717 0.67969 0.20069 0.68437 0.20926 L -0.14141 0.42824 L -0.13633 0.42824 L -0.11901 0.42824 L -0.09401 0.42824 L -0.07513 0.43449 L -0.05443 0.45439 L -0.03972 0.45439 L -0.00091 0.43148 L 0.01028 0.47893 C 0.01745 0.49583 0.01367 0.49513 0.02148 0.47731 L 0.06107 0.43148 C 0.06888 0.42893 0.07656 0.4243 0.08437 0.42384 C 0.08554 0.42361 0.08463 0.42801 0.08528 0.42986 C 0.08828 0.43958 0.09205 0.44513 0.09648 0.45277 L 0.14049 0.49722 C 0.15169 0.48217 0.14778 0.48888 0.15338 0.47893 L 0.18008 0.46041 C 0.18385 0.46296 0.18815 0.46504 0.19127 0.46967 C 0.1983 0.48009 0.21198 0.50185 0.21198 0.50208 L 0.26549 0.4912 C 0.27383 0.46875 0.27018 0.47893 0.27669 0.46041 L 0.29127 0.44213 C 0.30065 0.46898 0.29544 0.46388 0.30859 0.4743 C 0.30885 0.47453 0.30898 0.4743 0.30937 0.4743 L 0.34557 0.44051 L 0.35508 0.4375 L 0.38099 0.44976 L 0.39739 0.44375 L 0.44557 0.43449 C 0.44987 0.43611 0.45455 0.43611 0.45859 0.43912 C 0.46028 0.44027 0.46054 0.44467 0.46198 0.44676 C 0.46263 0.44768 0.46458 0.44838 0.46458 0.44861 L 0.53789 0.4206 L 0.54479 0.43287 L 0.59648 0.45277 C 0.62174 0.46782 0.60989 0.46504 0.63177 0.46504 L 0.64987 0.42986 L 0.67487 0.41157 C 0.69088 0.42638 0.68515 0.41944 0.6931 0.42986 L -0.12774 0.68125 L -0.09831 0.69351 C -0.0875 0.70555 -0.09414 0.70185 -0.07774 0.69814 L -0.01393 0.66898 C -0.01042 0.67592 -0.00742 0.68796 -0.00091 0.68588 C 0.00351 0.68426 0.01198 0.67824 0.01198 0.67847 L 0.05677 0.63981 C 0.06341 0.64444 0.07083 0.64629 0.07669 0.6537 C 0.09804 0.68078 0.06185 0.66481 0.09127 0.67361 L 0.14479 0.66597 C 0.14726 0.66481 0.14987 0.66273 0.15247 0.66273 C 0.15911 0.66273 0.16575 0.66481 0.17226 0.66597 L 0.19219 0.66898 L 0.23268 0.65833 C 0.24232 0.67013 0.2388 0.66458 0.24388 0.67361 L 0.26289 0.68726 C 0.27799 0.69236 0.2694 0.69259 0.28867 0.67824 L 0.34127 0.63842 C 0.34765 0.64791 0.34544 0.64421 0.34817 0.64907 L 0.36458 0.6537 C 0.36771 0.65763 0.37057 0.66296 0.37409 0.66597 C 0.37669 0.66805 0.38268 0.66898 0.38268 0.66921 L 0.41888 0.64282 C 0.43424 0.62939 0.4276 0.63055 0.43789 0.63055 L 0.46198 0.65208 L 0.47239 0.65972 L 0.53359 0.62916 C 0.53724 0.62662 0.54088 0.62013 0.54479 0.62129 C 0.55859 0.62615 0.56875 0.6831 0.57057 0.69051 C 0.57096 0.69189 0.57057 0.69351 0.57057 0.69513 L 0.64297 0.65972 C 0.66432 0.66134 0.66367 0.64907 0.66367 0.66435 L 0.67578 0.69189 C 0.68906 0.70463 0.68528 0.69814 0.68958 0.70578 L -0.09063 0.86666 L -0.02943 0.86064 C -0.00847 0.86551 -0.01628 0.86504 -0.00612 0.86504 L 0.07317 0.88958 L 0.08008 0.89421 L 0.12838 0.84838 C 0.15 0.85995 0.14492 0.84907 0.15338 0.87291 C 0.15364 0.87384 0.1539 0.87476 0.15416 0.87592 L 0.21107 0.86967 C 0.2582 0.86643 0.23984 0.86851 0.26627 0.86504 L 0.34896 0.87291 C 0.35091 0.87731 0.35312 0.88194 0.35508 0.88657 C 0.35573 0.88819 0.35599 0.89027 0.35677 0.8912 C 0.35781 0.89236 0.35911 0.89213 0.36028 0.89282 L 0.40247 0.86666 C 0.42877 0.86342 0.39817 0.86527 0.43607 0.87291 C 0.44179 0.87384 0.44765 0.87291 0.45338 0.87291 L 0.5362 0.88819 L 0.54987 0.88819 L 0.5862 0.88356 C 0.59205 0.8824 0.59765 0.88009 0.60338 0.88518 C 0.60455 0.88611 0.60455 0.88912 0.60508 0.8912 L 0.61979 0.89421 C 0.63411 0.89097 0.62838 0.8912 0.63698 0.8912 L 0.64648 0.8912 L 0.6612 0.89745 " pathEditMode="relative" rAng="0" ptsTypes="AAAAAAAAAAAAAAAAAAAAAAAAAAAAAAAAAAAAAAAAAAAAAAAAAAAA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471" y="3027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Bevezetés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-Weboldal témája: pizzéria webshop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-Célunk: Egyszerűen használható pizzéria oldal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-Használtunk: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-&gt;HTML, CSS és JavaScript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-&gt;</a:t>
            </a:r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keretrendszer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-&gt;PHP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-&gt;</a:t>
            </a:r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MySQLI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adatázis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813472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 oldal felépítése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Navigációs fejléc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Kezdőlap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Információk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Különleges ajánlat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Menü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Lábléc</a:t>
            </a:r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752553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Főbb elemek: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-div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és li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footer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hu-HU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-stb.</a:t>
            </a:r>
          </a:p>
        </p:txBody>
      </p:sp>
    </p:spTree>
    <p:extLst>
      <p:ext uri="{BB962C8B-B14F-4D97-AF65-F5344CB8AC3E}">
        <p14:creationId xmlns:p14="http://schemas.microsoft.com/office/powerpoint/2010/main" val="15486292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514" y="1810205"/>
            <a:ext cx="11838971" cy="4702563"/>
          </a:xfrm>
          <a:prstGeom prst="rect">
            <a:avLst/>
          </a:prstGeom>
        </p:spPr>
      </p:pic>
      <p:sp>
        <p:nvSpPr>
          <p:cNvPr id="5" name="Cím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 kód részlet</a:t>
            </a:r>
          </a:p>
        </p:txBody>
      </p:sp>
    </p:spTree>
    <p:extLst>
      <p:ext uri="{BB962C8B-B14F-4D97-AF65-F5344CB8AC3E}">
        <p14:creationId xmlns:p14="http://schemas.microsoft.com/office/powerpoint/2010/main" val="3591143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szép kinézet végrehajtója</a:t>
            </a:r>
          </a:p>
          <a:p>
            <a:pPr marL="0" indent="0">
              <a:buNone/>
            </a:pP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-Navigációs sor és a hamburger menü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-Képek elrendezése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-Linkek jobb beépítése</a:t>
            </a:r>
          </a:p>
          <a:p>
            <a:pPr marL="0" indent="0">
              <a:buNone/>
            </a:pPr>
            <a:r>
              <a:rPr lang="hu-HU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-Sok más…</a:t>
            </a:r>
          </a:p>
        </p:txBody>
      </p:sp>
    </p:spTree>
    <p:extLst>
      <p:ext uri="{BB962C8B-B14F-4D97-AF65-F5344CB8AC3E}">
        <p14:creationId xmlns:p14="http://schemas.microsoft.com/office/powerpoint/2010/main" val="3494151820"/>
      </p:ext>
    </p:extLst>
  </p:cSld>
  <p:clrMapOvr>
    <a:masterClrMapping/>
  </p:clrMapOvr>
  <p:transition spd="slow">
    <p:comb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0057" y="1625044"/>
            <a:ext cx="8378891" cy="5158311"/>
          </a:xfrm>
          <a:prstGeom prst="rect">
            <a:avLst/>
          </a:prstGeom>
        </p:spPr>
      </p:pic>
      <p:sp>
        <p:nvSpPr>
          <p:cNvPr id="5" name="Cím 1"/>
          <p:cNvSpPr>
            <a:spLocks noGrp="1"/>
          </p:cNvSpPr>
          <p:nvPr>
            <p:ph type="title"/>
          </p:nvPr>
        </p:nvSpPr>
        <p:spPr>
          <a:xfrm>
            <a:off x="838200" y="291669"/>
            <a:ext cx="10515600" cy="1107924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 kód részlet</a:t>
            </a:r>
          </a:p>
        </p:txBody>
      </p:sp>
    </p:spTree>
    <p:extLst>
      <p:ext uri="{BB962C8B-B14F-4D97-AF65-F5344CB8AC3E}">
        <p14:creationId xmlns:p14="http://schemas.microsoft.com/office/powerpoint/2010/main" val="318326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Főként a kosár funkció: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-Rendelt pizza hozzáadása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-Törlések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-Végleges ár kiszámítása</a:t>
            </a:r>
          </a:p>
          <a:p>
            <a:pPr marL="0" indent="0">
              <a:buNone/>
            </a:pP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hu-HU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További fontos funkciók…</a:t>
            </a:r>
          </a:p>
        </p:txBody>
      </p:sp>
    </p:spTree>
    <p:extLst>
      <p:ext uri="{BB962C8B-B14F-4D97-AF65-F5344CB8AC3E}">
        <p14:creationId xmlns:p14="http://schemas.microsoft.com/office/powerpoint/2010/main" val="27516157"/>
      </p:ext>
    </p:extLst>
  </p:cSld>
  <p:clrMapOvr>
    <a:masterClrMapping/>
  </p:clrMapOvr>
  <p:transition spd="slow">
    <p:comb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91" y="944711"/>
            <a:ext cx="8248260" cy="5845705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848" y="1325563"/>
            <a:ext cx="3038778" cy="4978423"/>
          </a:xfrm>
          <a:prstGeom prst="rect">
            <a:avLst/>
          </a:prstGeom>
        </p:spPr>
      </p:pic>
      <p:sp>
        <p:nvSpPr>
          <p:cNvPr id="9" name="Cím 1"/>
          <p:cNvSpPr>
            <a:spLocks noGrp="1"/>
          </p:cNvSpPr>
          <p:nvPr>
            <p:ph type="title"/>
          </p:nvPr>
        </p:nvSpPr>
        <p:spPr>
          <a:xfrm>
            <a:off x="651588" y="0"/>
            <a:ext cx="10515600" cy="1325563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 kód részlet és kosármenü</a:t>
            </a:r>
          </a:p>
        </p:txBody>
      </p:sp>
    </p:spTree>
    <p:extLst>
      <p:ext uri="{BB962C8B-B14F-4D97-AF65-F5344CB8AC3E}">
        <p14:creationId xmlns:p14="http://schemas.microsoft.com/office/powerpoint/2010/main" val="909534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-Pontosabban </a:t>
            </a:r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keretrendszer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-Főoldalon segíti a </a:t>
            </a:r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reszponzivitást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(telefon, táblagép, laptop)</a:t>
            </a:r>
          </a:p>
          <a:p>
            <a:pPr marL="0" indent="0">
              <a:buNone/>
            </a:pP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Nagyban belesegített a program fejlesztéséhez a következő szintre</a:t>
            </a:r>
          </a:p>
        </p:txBody>
      </p:sp>
    </p:spTree>
    <p:extLst>
      <p:ext uri="{BB962C8B-B14F-4D97-AF65-F5344CB8AC3E}">
        <p14:creationId xmlns:p14="http://schemas.microsoft.com/office/powerpoint/2010/main" val="3276731198"/>
      </p:ext>
    </p:extLst>
  </p:cSld>
  <p:clrMapOvr>
    <a:masterClrMapping/>
  </p:clrMapOvr>
  <p:transition spd="slow">
    <p:comb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518" y="1547973"/>
            <a:ext cx="8993818" cy="5226053"/>
          </a:xfrm>
          <a:prstGeom prst="rect">
            <a:avLst/>
          </a:prstGeom>
        </p:spPr>
      </p:pic>
      <p:sp>
        <p:nvSpPr>
          <p:cNvPr id="5" name="Cím 1"/>
          <p:cNvSpPr>
            <a:spLocks noGrp="1"/>
          </p:cNvSpPr>
          <p:nvPr>
            <p:ph type="title"/>
          </p:nvPr>
        </p:nvSpPr>
        <p:spPr>
          <a:xfrm>
            <a:off x="679580" y="222410"/>
            <a:ext cx="10515600" cy="1325563"/>
          </a:xfrm>
        </p:spPr>
        <p:txBody>
          <a:bodyPr/>
          <a:lstStyle/>
          <a:p>
            <a:r>
              <a:rPr lang="hu-H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kód</a:t>
            </a:r>
          </a:p>
        </p:txBody>
      </p:sp>
    </p:spTree>
    <p:extLst>
      <p:ext uri="{BB962C8B-B14F-4D97-AF65-F5344CB8AC3E}">
        <p14:creationId xmlns:p14="http://schemas.microsoft.com/office/powerpoint/2010/main" val="655535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Rengeteg külön PHP fájl igénybe lett véve, használatok: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-Összeköti a programot az adatbázissal (oda-vissza)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-Regisztráció/bejelentkezés az index oldalon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felület és funkciók, valamint a kitiltottak oldala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-&gt;Ellenőrizni tudja a felhasználó jogát és állapotát</a:t>
            </a:r>
          </a:p>
          <a:p>
            <a:pPr marL="0" indent="0">
              <a:buNone/>
            </a:pP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hu-HU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Egyéb PHP használatok…</a:t>
            </a:r>
          </a:p>
        </p:txBody>
      </p:sp>
    </p:spTree>
    <p:extLst>
      <p:ext uri="{BB962C8B-B14F-4D97-AF65-F5344CB8AC3E}">
        <p14:creationId xmlns:p14="http://schemas.microsoft.com/office/powerpoint/2010/main" val="254925716"/>
      </p:ext>
    </p:extLst>
  </p:cSld>
  <p:clrMapOvr>
    <a:masterClrMapping/>
  </p:clrMapOvr>
  <p:transition spd="slow">
    <p:comb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 hozzácsatolása a </a:t>
            </a:r>
            <a:r>
              <a:rPr lang="hu-H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főoldalhoz</a:t>
            </a:r>
            <a:endParaRPr lang="hu-H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71" y="1690688"/>
            <a:ext cx="10802858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18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 adatbázis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Táblák: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-Felhasználók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-Menü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-Rendelések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-Kupon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-Egyedi pizza készítő</a:t>
            </a: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082" y="580036"/>
            <a:ext cx="5682285" cy="528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077626"/>
      </p:ext>
    </p:extLst>
  </p:cSld>
  <p:clrMapOvr>
    <a:masterClrMapping/>
  </p:clrMapOvr>
  <p:transition spd="slow">
    <p:comb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Továbbfejlesztési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lehetőségek (bővítés/fejlesztés)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38200" y="2108717"/>
            <a:ext cx="10515600" cy="4068245"/>
          </a:xfrm>
        </p:spPr>
        <p:txBody>
          <a:bodyPr/>
          <a:lstStyle/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-Értékelési lehetőség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-Dolgozói jelentkezés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-Használatlan adatbázis táblák integrálása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-Több programozási keretrendszer használata</a:t>
            </a:r>
          </a:p>
          <a:p>
            <a:pPr marL="0" indent="0">
              <a:buNone/>
            </a:pPr>
            <a:r>
              <a:rPr lang="hu-HU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-Egyéb, szinte végtelen lehetőségek…</a:t>
            </a:r>
          </a:p>
        </p:txBody>
      </p:sp>
    </p:spTree>
    <p:extLst>
      <p:ext uri="{BB962C8B-B14F-4D97-AF65-F5344CB8AC3E}">
        <p14:creationId xmlns:p14="http://schemas.microsoft.com/office/powerpoint/2010/main" val="21696544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Adatbázis tervrajz</a:t>
            </a: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10" y="2358792"/>
            <a:ext cx="11562568" cy="421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19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GIT használata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-Elkerülhetetlen verziókezelő rendszer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-Minden programhoz tartozó rész egy helyen van (kód, tervrajz, stb.)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-Könnyíti az együttműködést</a:t>
            </a:r>
          </a:p>
          <a:p>
            <a:pPr marL="0" indent="0">
              <a:buNone/>
            </a:pP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Rendkívül ajánlott</a:t>
            </a:r>
          </a:p>
        </p:txBody>
      </p:sp>
    </p:spTree>
    <p:extLst>
      <p:ext uri="{BB962C8B-B14F-4D97-AF65-F5344CB8AC3E}">
        <p14:creationId xmlns:p14="http://schemas.microsoft.com/office/powerpoint/2010/main" val="28495522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Tesztelések és hibák</a:t>
            </a: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86333"/>
            <a:ext cx="10681075" cy="261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5312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Összefoglalás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program egy klasszikus éttermi weboldal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 oldal a modern és a régi designelemeket ötvözi megjelenésében.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Telefonbarát megjelenés és intuitív vezérlés.</a:t>
            </a:r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669761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EF0A05D-1992-63C7-3528-46D0F2DFE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2952"/>
            <a:ext cx="10515600" cy="500780"/>
          </a:xfrm>
          <a:effectLst>
            <a:glow rad="228600">
              <a:schemeClr val="accent5">
                <a:satMod val="175000"/>
                <a:alpha val="40000"/>
              </a:schemeClr>
            </a:glow>
            <a:reflection blurRad="6350" stA="50000" endA="300" endPos="55500" dist="1016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txBody>
          <a:bodyPr>
            <a:normAutofit fontScale="90000"/>
          </a:bodyPr>
          <a:lstStyle/>
          <a:p>
            <a:pPr algn="ctr"/>
            <a:r>
              <a:rPr lang="hu-H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Vége</a:t>
            </a:r>
          </a:p>
        </p:txBody>
      </p:sp>
    </p:spTree>
    <p:extLst>
      <p:ext uri="{BB962C8B-B14F-4D97-AF65-F5344CB8AC3E}">
        <p14:creationId xmlns:p14="http://schemas.microsoft.com/office/powerpoint/2010/main" val="3546146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xit" presetSubtype="0" fill="hold" grpId="1" nodeType="after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ala">
  <a:themeElements>
    <a:clrScheme name="Pal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al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3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454</TotalTime>
  <Words>317</Words>
  <Application>Microsoft Office PowerPoint</Application>
  <PresentationFormat>Szélesvásznú</PresentationFormat>
  <Paragraphs>86</Paragraphs>
  <Slides>20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3</vt:i4>
      </vt:variant>
      <vt:variant>
        <vt:lpstr>Diacímek</vt:lpstr>
      </vt:variant>
      <vt:variant>
        <vt:i4>20</vt:i4>
      </vt:variant>
    </vt:vector>
  </HeadingPairs>
  <TitlesOfParts>
    <vt:vector size="30" baseType="lpstr">
      <vt:lpstr>Aptos</vt:lpstr>
      <vt:lpstr>Aptos Display</vt:lpstr>
      <vt:lpstr>Arial</vt:lpstr>
      <vt:lpstr>Calisto MT</vt:lpstr>
      <vt:lpstr>Times New Roman</vt:lpstr>
      <vt:lpstr>Trebuchet MS</vt:lpstr>
      <vt:lpstr>Wingdings 2</vt:lpstr>
      <vt:lpstr>Office-téma</vt:lpstr>
      <vt:lpstr>Pala</vt:lpstr>
      <vt:lpstr>Berlin</vt:lpstr>
      <vt:lpstr>1987-es pizzéria  vizsgaremek</vt:lpstr>
      <vt:lpstr>Bevezetés</vt:lpstr>
      <vt:lpstr>Az oldal felépítése</vt:lpstr>
      <vt:lpstr>HTML</vt:lpstr>
      <vt:lpstr>HTML kód részlet</vt:lpstr>
      <vt:lpstr>CSS</vt:lpstr>
      <vt:lpstr>CSS kód részlet</vt:lpstr>
      <vt:lpstr>JavaScript</vt:lpstr>
      <vt:lpstr>JavaScript kód részlet és kosármenü</vt:lpstr>
      <vt:lpstr>Bootstrap</vt:lpstr>
      <vt:lpstr>Bootstrap kód</vt:lpstr>
      <vt:lpstr>PHP</vt:lpstr>
      <vt:lpstr>PHP hozzácsatolása a főoldalhoz</vt:lpstr>
      <vt:lpstr>Az adatbázis</vt:lpstr>
      <vt:lpstr>Továbbfejlesztési lehetőségek (bővítés/fejlesztés)</vt:lpstr>
      <vt:lpstr>Adatbázis tervrajz</vt:lpstr>
      <vt:lpstr>A GIT használata</vt:lpstr>
      <vt:lpstr>Tesztelések és hibák</vt:lpstr>
      <vt:lpstr>Összefoglalás</vt:lpstr>
      <vt:lpstr>Vége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1987-es pizzéria vizsgaremek</dc:title>
  <dc:creator>Remete Marci</dc:creator>
  <cp:lastModifiedBy>Drahovszky Márk</cp:lastModifiedBy>
  <cp:revision>22</cp:revision>
  <dcterms:created xsi:type="dcterms:W3CDTF">2025-11-12T17:55:17Z</dcterms:created>
  <dcterms:modified xsi:type="dcterms:W3CDTF">2026-04-13T12:20:38Z</dcterms:modified>
</cp:coreProperties>
</file>